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575720"/>
            <a:ext cx="208404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465" y="4575720"/>
            <a:ext cx="2084040" cy="64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905" y="4575720"/>
            <a:ext cx="2084040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345" y="4575720"/>
            <a:ext cx="208404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6785" y="4575720"/>
            <a:ext cx="2084040" cy="647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206079"/>
            <a:ext cx="1158144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Outfit"/>
              </a:rPr>
              <a:t>Personal Finance &amp;</a:t>
            </a:r>
            <a:r>
              <a:t>
</a:t>
            </a:r>
            <a:r>
              <a:rPr sz="4200" b="1" i="0" u="none">
                <a:solidFill>
                  <a:srgbClr val="FFFFFF"/>
                </a:solidFill>
                <a:latin typeface="Outfit"/>
              </a:rPr>
              <a:t> Budget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623220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Normalized Relational Database Solution for Real-Time Expense Tracking, Automated Budget Control, &amp; Financial Analytics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1634579"/>
            <a:ext cx="2733675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S. Yaswanth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2510030264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844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Veda Praneeth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844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488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Nikil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488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2510030358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132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M. Jashwanth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132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776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Ruthvik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76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24475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19716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1525" y="21240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Fragmented Records: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Manual tracking across cash, bank accounts, and credit cards leads to unorganized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28860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1525" y="30384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Lack of Active Budget Control: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Users overspend without real-time notifications before monthly limits are hit.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38004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39528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Data Redundancy &amp; Errors: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Traditional spreadsheets cause inconsistent records and duplicate entry risks.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47148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525" y="48672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Slow Complex Queries: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Non-relational setups lack indexing and views, making analytical queries slow.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00250"/>
            <a:ext cx="5305425" cy="36004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1025" y="27432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6576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720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4864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Problem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62200"/>
            <a:ext cx="2586037" cy="2876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2362200"/>
            <a:ext cx="2586037" cy="2876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62200"/>
            <a:ext cx="2586037" cy="2876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37" y="2362200"/>
            <a:ext cx="2586037" cy="2876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638425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3NF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76650"/>
            <a:ext cx="2033587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Design a clean relational database schema in Third Normal Form (3NF) to completely eliminate insertion, update, and deletion anomalies.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887" y="263842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1887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Automated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887" y="3676650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Implement active SQL BEFORE INSERT and AFTER UPDATE triggers to update running account balances and fire budget alerts.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638425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Aggregated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676650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Formulate optimized SQL views and stored procedures for instant monthly income/expense breakdowns and analytics.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1162" y="2638425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1162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ACID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1162" y="3676650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Ensure fail-safe multi-account fund transfers and ledger posting with full transactional integrity and atomic rollbacks.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771775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9525" y="2771775"/>
            <a:ext cx="20002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587" y="2771775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4512" y="2771775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Project 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50281"/>
            <a:ext cx="2586037" cy="3100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2250281"/>
            <a:ext cx="2586037" cy="3100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250281"/>
            <a:ext cx="2586037" cy="31003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2250281"/>
            <a:ext cx="2586037" cy="31003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526506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DB-Enforced Budgeting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64731"/>
            <a:ext cx="2033587" cy="1509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Shifting budget limit enforcement directly to native BEFORE INSERT triggers, eliminating application-layer race conditions and overspending latency.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887" y="252650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71887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Atomic Fund Transfers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1887" y="3564731"/>
            <a:ext cx="2033587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Multi-account transfers executed via ACID-compliant stored procedures. Guarantees 100% data consistency with automated state rollback on failure.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526506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6525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Sub-20ms SQL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564731"/>
            <a:ext cx="2033587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Pre-calculated analytical views (vw_monthly_summary) paired with B-Tree composite indexes offload complex aggregations to the DB engine.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162" y="2526506"/>
            <a:ext cx="495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01162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Zero-Redundancy 3NF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1162" y="3564731"/>
            <a:ext cx="2033587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Strict Third Normal Form architecture enforcing referential integrity across users, ledgers, categories, and budgets at the raw schema level.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659856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9525" y="2659856"/>
            <a:ext cx="20002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2659856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8800" y="2659856"/>
            <a:ext cx="20002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Key System Novelties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69356"/>
            <a:ext cx="2586037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2469356"/>
            <a:ext cx="2586037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69356"/>
            <a:ext cx="2586037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37" y="2469356"/>
            <a:ext cx="2586037" cy="26622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45581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Database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783806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MySQL / PostgreSQL with B-Tree Indexes, Foreign Keys, Stored Procedures, Aggregated Views, &amp; Active Triggers.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887" y="2745581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1887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Backend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887" y="3783806"/>
            <a:ext cx="20335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Python (Flask / FastAPI) with RESTful APIs, Connection Pooling, SQLAlchemy ORM, and Data Validation.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745581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Frontend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783806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React.js + Tailwind CSS providing an Interactive Analytics Dashboard, Chart.js Visualizations, and Real-Time Feeds.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162" y="2745581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1162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Security &amp;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1162" y="3783806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Bcrypt &amp; JWT Auth with Password Hashing, Role-Based Access Control (RBAC), and Git/GitHub Versioning.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87" y="2878931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6662" y="2878931"/>
            <a:ext cx="2857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5587" y="2878931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4512" y="2878931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24162"/>
            <a:ext cx="2586037" cy="1952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62" y="2824162"/>
            <a:ext cx="2586037" cy="1952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824162"/>
            <a:ext cx="2586037" cy="1952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937" y="2824162"/>
            <a:ext cx="2586037" cy="1952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ACID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967162"/>
            <a:ext cx="21859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Guaranteed data consistency during multi-table transaction transfers.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5687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&lt;20ms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5687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Query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687" y="3967162"/>
            <a:ext cx="21859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Rapid execution times via B-Tree indexing on primary &amp; foreign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Zero Redundancy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967162"/>
            <a:ext cx="21859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Fully normalized relational schema eliminating duplicate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962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4962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Automated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4962" y="3967162"/>
            <a:ext cx="21859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Instant DB-level alerts triggered when category limits hit 80% &amp; 100%.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Expected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178843"/>
          <a:ext cx="11010898" cy="3243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3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4D399"/>
                          </a:solidFill>
                          <a:latin typeface="Outfit SemiBold"/>
                        </a:rPr>
                        <a:t>Module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4D399"/>
                          </a:solidFill>
                          <a:latin typeface="Outfit SemiBold"/>
                        </a:rPr>
                        <a:t>Database Tables Involved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4D399"/>
                          </a:solidFill>
                          <a:latin typeface="Outfit SemiBold"/>
                        </a:rPr>
                        <a:t>Key Features &amp; SQL Functionality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User &amp; Auth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Users, Sessions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Secure signup, Bcrypt hashed passwords, JWT token authentication.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Account 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Accounts, Account_Types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Tracks Savings, Checking, &amp; Credit cards with active balance triggers.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Transaction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Transactions, Categories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Income/expense logging, category tagging, date-indexed queries.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Budget &amp; Alert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Budgets, Alert_Logs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Monthly spending limit evaluation via BEFORE INSERT triggers.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54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Analytics &amp; 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vw_monthly_summary (SQL View)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Aggregated monthly breakdowns and category spending ratios.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721768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16274" y="2721768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37932" y="2721768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0550" y="3259931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16274" y="3259931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37932" y="3259931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798093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16274" y="3798093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37932" y="3798093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4336256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16274" y="4336256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37932" y="4336256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4874418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16274" y="4874418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37932" y="4874418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Project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43212"/>
            <a:ext cx="2426493" cy="191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794" y="2843212"/>
            <a:ext cx="2426493" cy="1914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563" y="2843212"/>
            <a:ext cx="2426493" cy="1914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332" y="2843212"/>
            <a:ext cx="2426493" cy="1914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834" y="3081337"/>
            <a:ext cx="90487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0388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Schema &amp; ER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719512"/>
            <a:ext cx="202644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Requirements gathering, mapping ER diagrams, and defining 3NF normalization constraints.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0553" y="3081337"/>
            <a:ext cx="9429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98158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DDL/DML &amp;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819" y="3719512"/>
            <a:ext cx="202644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Writing table creation scripts, foreign keys, stored procedures, and automated triggers.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3085" y="3081337"/>
            <a:ext cx="9334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5927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API &amp; UI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588" y="3719512"/>
            <a:ext cx="202644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RESTful API endpoints, ORM integration layer, and building interactive React dashboard.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5616" y="3081337"/>
            <a:ext cx="9239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33696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Testing &amp;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4357" y="3719512"/>
            <a:ext cx="202644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Transaction ACID stress tests, benchmarking index query speeds, and final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Project Plan &amp;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622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monospace</vt:lpstr>
      <vt:lpstr>Outfit</vt:lpstr>
      <vt:lpstr>Outfit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sukhavasi yaswanth kumar</cp:lastModifiedBy>
  <cp:revision>3</cp:revision>
  <dcterms:created xsi:type="dcterms:W3CDTF">2013-01-27T09:14:16Z</dcterms:created>
  <dcterms:modified xsi:type="dcterms:W3CDTF">2026-08-03T03:02:41Z</dcterms:modified>
  <cp:category/>
</cp:coreProperties>
</file>